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 showGuides="1">
      <p:cViewPr varScale="1">
        <p:scale>
          <a:sx n="129" d="100"/>
          <a:sy n="129" d="100"/>
        </p:scale>
        <p:origin x="46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64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8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6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70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83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00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2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08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92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33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2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E695D-29CB-4F7A-9376-577F714EBFE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D19AC-92FB-4426-B533-0CA79976D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2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643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03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72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</dc:creator>
  <cp:lastModifiedBy>Rahul</cp:lastModifiedBy>
  <cp:revision>1</cp:revision>
  <dcterms:created xsi:type="dcterms:W3CDTF">2026-07-20T04:05:52Z</dcterms:created>
  <dcterms:modified xsi:type="dcterms:W3CDTF">2026-07-20T04:07:41Z</dcterms:modified>
</cp:coreProperties>
</file>